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20"/>
  </p:notesMasterIdLst>
  <p:sldIdLst>
    <p:sldId id="3825" r:id="rId5"/>
    <p:sldId id="3826" r:id="rId6"/>
    <p:sldId id="3829" r:id="rId7"/>
    <p:sldId id="3830" r:id="rId8"/>
    <p:sldId id="3838" r:id="rId9"/>
    <p:sldId id="3839" r:id="rId10"/>
    <p:sldId id="3831" r:id="rId11"/>
    <p:sldId id="3832" r:id="rId12"/>
    <p:sldId id="3834" r:id="rId13"/>
    <p:sldId id="3835" r:id="rId14"/>
    <p:sldId id="3792" r:id="rId15"/>
    <p:sldId id="3833" r:id="rId16"/>
    <p:sldId id="3836" r:id="rId17"/>
    <p:sldId id="3837" r:id="rId18"/>
    <p:sldId id="382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45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48" y="192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29-487D-9FBD-043521A53A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29-487D-9FBD-043521A53AA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729-487D-9FBD-043521A53AA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140560144"/>
        <c:axId val="1140554736"/>
      </c:barChart>
      <c:catAx>
        <c:axId val="114056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0554736"/>
        <c:crosses val="autoZero"/>
        <c:auto val="1"/>
        <c:lblAlgn val="ctr"/>
        <c:lblOffset val="100"/>
        <c:noMultiLvlLbl val="0"/>
      </c:catAx>
      <c:valAx>
        <c:axId val="1140554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0560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BA811-8917-4F1D-B22F-E96045BFA4E0}" type="datetimeFigureOut">
              <a:rPr lang="en-US" smtClean="0"/>
              <a:t>11/29/25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C6A29-4676-420C-BBE3-ACC2B80F64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9/3/20XX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08836-40C5-46C2-81BA-21AA271769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FREE TEST DATA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C4EC4-809C-4FD2-AA20-009F08590D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PPT 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962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C6A4CCF-8FCB-4945-8FD5-B4D2ED172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 dirty="0"/>
              <a:t>FREE TEST DATA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C3FD2-AF88-4EF1-AFB7-5D31BD5AA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en-US" i="0" dirty="0">
                <a:effectLst/>
                <a:latin typeface="Open Sans" panose="020B0606030504020204" pitchFamily="34" charset="0"/>
              </a:rPr>
              <a:t>Lorem ipsum dolor sit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amet</a:t>
            </a:r>
            <a:r>
              <a:rPr lang="en-US" i="0" dirty="0">
                <a:effectLst/>
                <a:latin typeface="Open Sans" panose="020B0606030504020204" pitchFamily="34" charset="0"/>
              </a:rPr>
              <a:t>,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consectetur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adipiscing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elit</a:t>
            </a:r>
            <a:r>
              <a:rPr lang="en-US" i="0" dirty="0">
                <a:effectLst/>
                <a:latin typeface="Open Sans" panose="020B0606030504020204" pitchFamily="34" charset="0"/>
              </a:rPr>
              <a:t>. Donec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iaculis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elit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nec</a:t>
            </a:r>
            <a:r>
              <a:rPr lang="en-US" i="0" dirty="0">
                <a:effectLst/>
                <a:latin typeface="Open Sans" panose="020B0606030504020204" pitchFamily="34" charset="0"/>
              </a:rPr>
              <a:t> ante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eleifend</a:t>
            </a:r>
            <a:r>
              <a:rPr lang="en-US" i="0" dirty="0">
                <a:effectLst/>
                <a:latin typeface="Open Sans" panose="020B0606030504020204" pitchFamily="34" charset="0"/>
              </a:rPr>
              <a:t>,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eget</a:t>
            </a:r>
            <a:r>
              <a:rPr lang="en-US" i="0" dirty="0">
                <a:effectLst/>
                <a:latin typeface="Open Sans" panose="020B0606030504020204" pitchFamily="34" charset="0"/>
              </a:rPr>
              <a:t> cursus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tortor</a:t>
            </a:r>
            <a:r>
              <a:rPr lang="en-US" i="0" dirty="0">
                <a:effectLst/>
                <a:latin typeface="Open Sans" panose="020B0606030504020204" pitchFamily="34" charset="0"/>
              </a:rPr>
              <a:t> auctor. Integer at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ultrices</a:t>
            </a:r>
            <a:r>
              <a:rPr lang="en-US" i="0" dirty="0">
                <a:effectLst/>
                <a:latin typeface="Open Sans" panose="020B0606030504020204" pitchFamily="34" charset="0"/>
              </a:rPr>
              <a:t> lorem,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eget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bibendum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turpis</a:t>
            </a:r>
            <a:r>
              <a:rPr lang="en-US" i="0" dirty="0">
                <a:effectLst/>
                <a:latin typeface="Open Sans" panose="020B0606030504020204" pitchFamily="34" charset="0"/>
              </a:rPr>
              <a:t>.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Praesent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lacus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sapien</a:t>
            </a:r>
            <a:r>
              <a:rPr lang="en-US" i="0" dirty="0">
                <a:effectLst/>
                <a:latin typeface="Open Sans" panose="020B0606030504020204" pitchFamily="34" charset="0"/>
              </a:rPr>
              <a:t>,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ullamcorper</a:t>
            </a:r>
            <a:r>
              <a:rPr lang="en-US" dirty="0">
                <a:latin typeface="Open Sans" panose="020B0606030504020204" pitchFamily="34" charset="0"/>
              </a:rPr>
              <a:t>.</a:t>
            </a:r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Block Arc 26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8B647-084C-492D-A242-148BEA5B68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1" y="6356350"/>
            <a:ext cx="1706216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FTD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2B84E-2163-44C1-99D0-6F162AEA8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7338" y="6356350"/>
            <a:ext cx="3669352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FREE TEST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B1A36-2D6E-4392-AAA4-996FFE032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0104" y="6356350"/>
            <a:ext cx="1573696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160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C7213-4D87-4654-8ABC-AFB9D4D12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 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17FF0-EFF9-4C33-A2E8-F1EC29306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ante,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scelerisque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fringilla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tempus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nec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posuere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Vivamus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blandit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dignissim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ante,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lorem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hendrerit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id.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fames ac ante ipsum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primis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faucibus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bibendum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non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blandit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auctor, tempus et mi. Vestibulum ligula nisi,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posuere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convallis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Donec non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blandit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dui. In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viverra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Cras cursus,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imperdiet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mattis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ornare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magna. Vestibulum cursus ex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volutpat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 cursus. Cras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D2928-1727-4ECA-A25A-4B11FF334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FTD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88488-792D-49FA-A605-611421422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FREE TEST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EFC2E-425E-4DFB-AADF-81E966E0D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846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D92B8-BC4C-411A-A833-D0355A977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 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67D0F-53A6-4394-AE8B-B61844781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Vestibulum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fringilla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blandit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Vestibulum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sapien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mattis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imperdiet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eros.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Etiam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dapibus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condimentum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hendrerit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turpis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hendrerit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dui sed,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dignissim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lorem.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rhoncus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accumsan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Nam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ornare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porta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euismod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ligula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nec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rhoncus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efficitur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Nam cursus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vehicula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Etiam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efficitur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bibendum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vitae,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190BE-5146-48B3-A2C8-C3FE3B2A1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FTD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C1153-5E4E-46FF-9D00-768B8AABA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FREE TEST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5F50-7777-47F3-8950-2001AA389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018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CBEEDD-A3C3-4341-B8AD-255C94179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A810B4-FD5D-46F7-B690-DA524D3EB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Presentation Title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4948D-48AC-4554-A37F-7B8ED57A0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326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260B10-25FE-445D-A9FD-06B618F1B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815" y="798703"/>
            <a:ext cx="5221185" cy="30720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Table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CC90B11-F535-4D7C-84A3-2CF98B9D59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71836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normalizeH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t>FTD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4CB8358-5219-419E-B50C-A279EA3E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53710" y="6356350"/>
            <a:ext cx="313762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algn="r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FREE TEST DATA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A5B9DFF-1E65-43C9-B2DE-90CD91DFA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1125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b="0" i="0" u="none" strike="noStrike" normalizeH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R="0" lvl="0" indent="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b="0" i="0" u="none" strike="noStrike" normalizeH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FE03FD29-2ABD-4741-B4AC-4F72BFB14A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6673178"/>
              </p:ext>
            </p:extLst>
          </p:nvPr>
        </p:nvGraphicFramePr>
        <p:xfrm>
          <a:off x="6651243" y="2294441"/>
          <a:ext cx="4939508" cy="1886174"/>
        </p:xfrm>
        <a:graphic>
          <a:graphicData uri="http://schemas.openxmlformats.org/drawingml/2006/table">
            <a:tbl>
              <a:tblPr firstRow="1">
                <a:solidFill>
                  <a:srgbClr val="404040"/>
                </a:solidFill>
                <a:tableStyleId>{21E4AEA4-8DFA-4A89-87EB-49C32662AFE0}</a:tableStyleId>
              </a:tblPr>
              <a:tblGrid>
                <a:gridCol w="734924">
                  <a:extLst>
                    <a:ext uri="{9D8B030D-6E8A-4147-A177-3AD203B41FA5}">
                      <a16:colId xmlns:a16="http://schemas.microsoft.com/office/drawing/2014/main" val="1477709579"/>
                    </a:ext>
                  </a:extLst>
                </a:gridCol>
                <a:gridCol w="1051146">
                  <a:extLst>
                    <a:ext uri="{9D8B030D-6E8A-4147-A177-3AD203B41FA5}">
                      <a16:colId xmlns:a16="http://schemas.microsoft.com/office/drawing/2014/main" val="3545702570"/>
                    </a:ext>
                  </a:extLst>
                </a:gridCol>
                <a:gridCol w="1051146">
                  <a:extLst>
                    <a:ext uri="{9D8B030D-6E8A-4147-A177-3AD203B41FA5}">
                      <a16:colId xmlns:a16="http://schemas.microsoft.com/office/drawing/2014/main" val="3871754480"/>
                    </a:ext>
                  </a:extLst>
                </a:gridCol>
                <a:gridCol w="1051146">
                  <a:extLst>
                    <a:ext uri="{9D8B030D-6E8A-4147-A177-3AD203B41FA5}">
                      <a16:colId xmlns:a16="http://schemas.microsoft.com/office/drawing/2014/main" val="3866959667"/>
                    </a:ext>
                  </a:extLst>
                </a:gridCol>
                <a:gridCol w="1051146">
                  <a:extLst>
                    <a:ext uri="{9D8B030D-6E8A-4147-A177-3AD203B41FA5}">
                      <a16:colId xmlns:a16="http://schemas.microsoft.com/office/drawing/2014/main" val="3252636882"/>
                    </a:ext>
                  </a:extLst>
                </a:gridCol>
              </a:tblGrid>
              <a:tr h="584806">
                <a:tc>
                  <a:txBody>
                    <a:bodyPr/>
                    <a:lstStyle/>
                    <a:p>
                      <a:endParaRPr lang="en-US" sz="14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121376" marR="121376" marT="77839" marB="606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cap="none" spc="0">
                          <a:solidFill>
                            <a:schemeClr val="bg1"/>
                          </a:solidFill>
                        </a:rPr>
                        <a:t>Category 1</a:t>
                      </a:r>
                    </a:p>
                  </a:txBody>
                  <a:tcPr marL="121376" marR="121376" marT="77839" marB="6068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cap="none" spc="0">
                          <a:solidFill>
                            <a:schemeClr val="bg1"/>
                          </a:solidFill>
                        </a:rPr>
                        <a:t>Category 2</a:t>
                      </a:r>
                    </a:p>
                  </a:txBody>
                  <a:tcPr marL="121376" marR="121376" marT="77839" marB="6068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cap="none" spc="0">
                          <a:solidFill>
                            <a:schemeClr val="bg1"/>
                          </a:solidFill>
                        </a:rPr>
                        <a:t>Category 3</a:t>
                      </a:r>
                    </a:p>
                  </a:txBody>
                  <a:tcPr marL="121376" marR="121376" marT="77839" marB="6068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cap="none" spc="0">
                          <a:solidFill>
                            <a:schemeClr val="bg1"/>
                          </a:solidFill>
                        </a:rPr>
                        <a:t>Category 4</a:t>
                      </a:r>
                    </a:p>
                  </a:txBody>
                  <a:tcPr marL="121376" marR="121376" marT="77839" marB="60688" anchor="ctr">
                    <a:lnL w="12700" cmpd="sng">
                      <a:noFill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748401"/>
                  </a:ext>
                </a:extLst>
              </a:tr>
              <a:tr h="325342"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bg1"/>
                          </a:solidFill>
                        </a:rPr>
                        <a:t>Item 1 </a:t>
                      </a:r>
                    </a:p>
                  </a:txBody>
                  <a:tcPr marL="121376" marR="121376" marT="77839" marB="606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bg1"/>
                          </a:solidFill>
                        </a:rPr>
                        <a:t>4.5</a:t>
                      </a:r>
                    </a:p>
                  </a:txBody>
                  <a:tcPr marL="121376" marR="121376" marT="77839" marB="606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bg1"/>
                          </a:solidFill>
                        </a:rPr>
                        <a:t>2.3</a:t>
                      </a:r>
                    </a:p>
                  </a:txBody>
                  <a:tcPr marL="121376" marR="121376" marT="77839" marB="606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bg1"/>
                          </a:solidFill>
                        </a:rPr>
                        <a:t>1.7</a:t>
                      </a:r>
                    </a:p>
                  </a:txBody>
                  <a:tcPr marL="121376" marR="121376" marT="77839" marB="606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121376" marR="121376" marT="77839" marB="606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960907"/>
                  </a:ext>
                </a:extLst>
              </a:tr>
              <a:tr h="325342"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bg1"/>
                          </a:solidFill>
                        </a:rPr>
                        <a:t>Item 2</a:t>
                      </a:r>
                    </a:p>
                  </a:txBody>
                  <a:tcPr marL="121376" marR="121376" marT="77839" marB="606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bg1"/>
                          </a:solidFill>
                        </a:rPr>
                        <a:t>3.2</a:t>
                      </a:r>
                    </a:p>
                  </a:txBody>
                  <a:tcPr marL="121376" marR="121376" marT="77839" marB="606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bg1"/>
                          </a:solidFill>
                        </a:rPr>
                        <a:t>5.1</a:t>
                      </a:r>
                    </a:p>
                  </a:txBody>
                  <a:tcPr marL="121376" marR="121376" marT="77839" marB="606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bg1"/>
                          </a:solidFill>
                        </a:rPr>
                        <a:t>4.4</a:t>
                      </a:r>
                    </a:p>
                  </a:txBody>
                  <a:tcPr marL="121376" marR="121376" marT="77839" marB="606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121376" marR="121376" marT="77839" marB="606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47774"/>
                  </a:ext>
                </a:extLst>
              </a:tr>
              <a:tr h="325342"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bg1"/>
                          </a:solidFill>
                        </a:rPr>
                        <a:t>Item 3</a:t>
                      </a:r>
                    </a:p>
                  </a:txBody>
                  <a:tcPr marL="121376" marR="121376" marT="77839" marB="606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bg1"/>
                          </a:solidFill>
                        </a:rPr>
                        <a:t>2.1</a:t>
                      </a:r>
                    </a:p>
                  </a:txBody>
                  <a:tcPr marL="121376" marR="121376" marT="77839" marB="606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bg1"/>
                          </a:solidFill>
                        </a:rPr>
                        <a:t>1.7</a:t>
                      </a:r>
                    </a:p>
                  </a:txBody>
                  <a:tcPr marL="121376" marR="121376" marT="77839" marB="606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bg1"/>
                          </a:solidFill>
                        </a:rPr>
                        <a:t>2.5</a:t>
                      </a:r>
                    </a:p>
                  </a:txBody>
                  <a:tcPr marL="121376" marR="121376" marT="77839" marB="606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bg1"/>
                          </a:solidFill>
                        </a:rPr>
                        <a:t>2.8</a:t>
                      </a:r>
                    </a:p>
                  </a:txBody>
                  <a:tcPr marL="121376" marR="121376" marT="77839" marB="606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452785"/>
                  </a:ext>
                </a:extLst>
              </a:tr>
              <a:tr h="325342"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bg1"/>
                          </a:solidFill>
                        </a:rPr>
                        <a:t>Item 4</a:t>
                      </a:r>
                    </a:p>
                  </a:txBody>
                  <a:tcPr marL="121376" marR="121376" marT="77839" marB="606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bg1"/>
                          </a:solidFill>
                        </a:rPr>
                        <a:t>4.5</a:t>
                      </a:r>
                    </a:p>
                  </a:txBody>
                  <a:tcPr marL="121376" marR="121376" marT="77839" marB="606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bg1"/>
                          </a:solidFill>
                        </a:rPr>
                        <a:t>2.2</a:t>
                      </a:r>
                    </a:p>
                  </a:txBody>
                  <a:tcPr marL="121376" marR="121376" marT="77839" marB="606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bg1"/>
                          </a:solidFill>
                        </a:rPr>
                        <a:t>1.7</a:t>
                      </a:r>
                    </a:p>
                  </a:txBody>
                  <a:tcPr marL="121376" marR="121376" marT="77839" marB="606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121376" marR="121376" marT="77839" marB="606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479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6493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0EF2B-5A9A-4F17-8EBF-80A97E2F9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 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AE3FB-8BD0-4855-9A64-41B3978B8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egestas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nec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pretium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turpis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ultrices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nisi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dapibus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Praesent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volutpat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tristique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Curabitur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dapibus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Sed ac dui ac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volutpat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tincidunt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nibh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varius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ligula a,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dignissim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tempus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tellus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mi ipsum,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porttitor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Fusce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gravida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tellus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lacinia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est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nec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purus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finibus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mattis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arcu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lacinia,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rhoncus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tincidunt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Sed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tincidunt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vulputate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sed auctor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laoreet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molestie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turpis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tristique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ullamcorper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Cras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efficitur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fringilla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condimentum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47EB8-8A24-43AD-94FC-683B7C126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FTD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9ADFA-D74C-4EC7-A202-A4971A769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FREE TEST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DDD13-4874-435E-A054-04E574359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71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FA5E6-DD52-4B2F-8D99-9E0BA3A5C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 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0EC68-4A26-494F-9CFC-D6DE8BC56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Sed ipsum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fringilla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cursus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posuere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Suspendisse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cursus nisi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purus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lacinia, vel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dapibus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dictum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scelerisque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mi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rhoncus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Vestibulum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fringilla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blandit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Vestibulum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sapien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mattis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imperdiet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eros.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Etiam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dapibus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condimentum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hendrerit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turpis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hendrerit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dui sed,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dignissim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lorem.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rhoncus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accumsan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Nam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ornare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porta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euismod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ligula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nec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rhoncus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efficitur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Nam cursus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vehicula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Etiam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efficitur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bibendum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vitae,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9814F-D94C-48A1-967A-086C8F507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FTD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E2C6E-054D-45F2-BAB4-BC112A6C0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FREE TEST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D6300-5F0A-47BC-B6A4-890E4B73A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386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20AB2-F8CB-4B2B-851C-B59DA4380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 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B4525-8271-4359-A2D6-01F19EDB1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varius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condimentum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non ante.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habitant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morbi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tristique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senectus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malesuada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fames ac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turpis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egestas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Donec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ullamcorper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Donec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vehicula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ipsum. Vestibulum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mattis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rutrum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A601E-C7D6-4799-A59D-E5A13BB3F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FTD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B20B3-FC3C-4C85-90CC-A0115C042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FREE TEST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9A43D-4328-460A-AC60-53DDB75F2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400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E500-E562-49EC-8489-58F9CBE3B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 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4F8E0-1479-4A60-AD1D-372C841AB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Cras cursus,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imperdiet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nisl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sit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mattis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ornare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magna. Vestibulum cursus ex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urna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volutpat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et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 cursus. Cras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iaculis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Vestibulum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vitae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fringilla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orci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blandit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Vestibulum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sapien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mattis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imperdiet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eros.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Etiam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dapibus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condimentum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hendrerit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turpis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hendrerit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et dui sed,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dignissim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lorem.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id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rhoncus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accumsan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Nam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ornare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porta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Nunc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euismod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ligula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nec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rhoncus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sodales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mauris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feugiat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placerat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efficitur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Nam cursus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sollicitudin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vehicula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Etiam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efficitur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vel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bibendum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vitae,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interdum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eleifend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justo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64861-8B21-4480-94D6-81F9814CE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FTD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9B505-7D3A-4F85-8D20-B7ECD3CED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FREE TEST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1FF99-9498-4176-B25C-567392FF8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792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260B10-25FE-445D-A9FD-06B618F1B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Table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CC90B11-F535-4D7C-84A3-2CF98B9D59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FTD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4CB8358-5219-419E-B50C-A279EA3E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FREE TEST DATA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A5B9DFF-1E65-43C9-B2DE-90CD91DFA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FE03FD29-2ABD-4741-B4AC-4F72BFB14A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656230"/>
              </p:ext>
            </p:extLst>
          </p:nvPr>
        </p:nvGraphicFramePr>
        <p:xfrm>
          <a:off x="838200" y="2408152"/>
          <a:ext cx="10515603" cy="313686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1580311">
                  <a:extLst>
                    <a:ext uri="{9D8B030D-6E8A-4147-A177-3AD203B41FA5}">
                      <a16:colId xmlns:a16="http://schemas.microsoft.com/office/drawing/2014/main" val="1477709579"/>
                    </a:ext>
                  </a:extLst>
                </a:gridCol>
                <a:gridCol w="2233823">
                  <a:extLst>
                    <a:ext uri="{9D8B030D-6E8A-4147-A177-3AD203B41FA5}">
                      <a16:colId xmlns:a16="http://schemas.microsoft.com/office/drawing/2014/main" val="3545702570"/>
                    </a:ext>
                  </a:extLst>
                </a:gridCol>
                <a:gridCol w="2233823">
                  <a:extLst>
                    <a:ext uri="{9D8B030D-6E8A-4147-A177-3AD203B41FA5}">
                      <a16:colId xmlns:a16="http://schemas.microsoft.com/office/drawing/2014/main" val="3871754480"/>
                    </a:ext>
                  </a:extLst>
                </a:gridCol>
                <a:gridCol w="2233823">
                  <a:extLst>
                    <a:ext uri="{9D8B030D-6E8A-4147-A177-3AD203B41FA5}">
                      <a16:colId xmlns:a16="http://schemas.microsoft.com/office/drawing/2014/main" val="3866959667"/>
                    </a:ext>
                  </a:extLst>
                </a:gridCol>
                <a:gridCol w="2233823">
                  <a:extLst>
                    <a:ext uri="{9D8B030D-6E8A-4147-A177-3AD203B41FA5}">
                      <a16:colId xmlns:a16="http://schemas.microsoft.com/office/drawing/2014/main" val="3252636882"/>
                    </a:ext>
                  </a:extLst>
                </a:gridCol>
              </a:tblGrid>
              <a:tr h="627372"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 marL="142584" marR="142584" marT="71292" marB="71292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Category 1</a:t>
                      </a:r>
                    </a:p>
                  </a:txBody>
                  <a:tcPr marL="142584" marR="142584" marT="71292" marB="7129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Category 2</a:t>
                      </a:r>
                    </a:p>
                  </a:txBody>
                  <a:tcPr marL="142584" marR="142584" marT="71292" marB="7129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Category 3</a:t>
                      </a:r>
                    </a:p>
                  </a:txBody>
                  <a:tcPr marL="142584" marR="142584" marT="71292" marB="7129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Category 4</a:t>
                      </a:r>
                    </a:p>
                  </a:txBody>
                  <a:tcPr marL="142584" marR="142584" marT="71292" marB="7129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748401"/>
                  </a:ext>
                </a:extLst>
              </a:tr>
              <a:tr h="627372">
                <a:tc>
                  <a:txBody>
                    <a:bodyPr/>
                    <a:lstStyle/>
                    <a:p>
                      <a:r>
                        <a:rPr lang="en-US" sz="2800"/>
                        <a:t>Item 1 </a:t>
                      </a:r>
                    </a:p>
                  </a:txBody>
                  <a:tcPr marL="142584" marR="142584" marT="71292" marB="71292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4.5</a:t>
                      </a:r>
                    </a:p>
                  </a:txBody>
                  <a:tcPr marL="142584" marR="142584" marT="71292" marB="71292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2.3</a:t>
                      </a:r>
                    </a:p>
                  </a:txBody>
                  <a:tcPr marL="142584" marR="142584" marT="71292" marB="71292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1.7</a:t>
                      </a:r>
                    </a:p>
                  </a:txBody>
                  <a:tcPr marL="142584" marR="142584" marT="71292" marB="71292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5</a:t>
                      </a:r>
                    </a:p>
                  </a:txBody>
                  <a:tcPr marL="142584" marR="142584" marT="71292" marB="71292" anchor="ctr">
                    <a:lnT w="381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960907"/>
                  </a:ext>
                </a:extLst>
              </a:tr>
              <a:tr h="627372">
                <a:tc>
                  <a:txBody>
                    <a:bodyPr/>
                    <a:lstStyle/>
                    <a:p>
                      <a:r>
                        <a:rPr lang="en-US" sz="2800"/>
                        <a:t>Item 2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3.2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5.1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4.4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3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47774"/>
                  </a:ext>
                </a:extLst>
              </a:tr>
              <a:tr h="627372">
                <a:tc>
                  <a:txBody>
                    <a:bodyPr/>
                    <a:lstStyle/>
                    <a:p>
                      <a:r>
                        <a:rPr lang="en-US" sz="2800"/>
                        <a:t>Item 3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2.1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1.7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2.5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2.8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452785"/>
                  </a:ext>
                </a:extLst>
              </a:tr>
              <a:tr h="627372">
                <a:tc>
                  <a:txBody>
                    <a:bodyPr/>
                    <a:lstStyle/>
                    <a:p>
                      <a:r>
                        <a:rPr lang="en-US" sz="2800"/>
                        <a:t>Item 4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4.5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2.2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1.7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7</a:t>
                      </a:r>
                    </a:p>
                  </a:txBody>
                  <a:tcPr marL="142584" marR="142584" marT="71292" marB="71292" anchor="ctr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79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7950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0ADD30-8330-4699-AEAF-EED739C85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FTD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D5F27-837B-4692-AE35-DE137BBD4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FREE TEST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67D0F-26D4-4A46-B657-F3FB0915C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586F906-B524-492F-9FE2-7F22B07D19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352139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20736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E0E60A-14BD-4CE6-AE6C-0FE6A745E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3509C7-9433-4481-A5FF-120B2BD22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Presentation Title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FC156-79B8-498F-8ACD-21A1C8E0E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238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01E07F-4F79-4B58-8698-EF24DC1EC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91583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260B10-25FE-445D-A9FD-06B618F1B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7593"/>
            <a:ext cx="4467792" cy="30605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Table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CC90B11-F535-4D7C-84A3-2CF98B9D59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FTD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4CB8358-5219-419E-B50C-A279EA3E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FREE TEST DATA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A5B9DFF-1E65-43C9-B2DE-90CD91DFA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b="0" i="0" u="none" strike="noStrike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pPr marR="0" lvl="0" indent="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b="0" i="0" u="none" strike="noStrike" normalizeH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EE6F773-742A-491A-9A00-A2A150DF5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9419" y="366810"/>
            <a:ext cx="6124381" cy="61243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FE03FD29-2ABD-4741-B4AC-4F72BFB14A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8987841"/>
              </p:ext>
            </p:extLst>
          </p:nvPr>
        </p:nvGraphicFramePr>
        <p:xfrm>
          <a:off x="6151798" y="2392375"/>
          <a:ext cx="4252056" cy="2073251"/>
        </p:xfrm>
        <a:graphic>
          <a:graphicData uri="http://schemas.openxmlformats.org/drawingml/2006/table">
            <a:tbl>
              <a:tblPr firstRow="1">
                <a:solidFill>
                  <a:schemeClr val="accent1">
                    <a:lumMod val="20000"/>
                    <a:lumOff val="80000"/>
                  </a:schemeClr>
                </a:solidFill>
                <a:tableStyleId>{21E4AEA4-8DFA-4A89-87EB-49C32662AFE0}</a:tableStyleId>
              </a:tblPr>
              <a:tblGrid>
                <a:gridCol w="516612">
                  <a:extLst>
                    <a:ext uri="{9D8B030D-6E8A-4147-A177-3AD203B41FA5}">
                      <a16:colId xmlns:a16="http://schemas.microsoft.com/office/drawing/2014/main" val="1477709579"/>
                    </a:ext>
                  </a:extLst>
                </a:gridCol>
                <a:gridCol w="933861">
                  <a:extLst>
                    <a:ext uri="{9D8B030D-6E8A-4147-A177-3AD203B41FA5}">
                      <a16:colId xmlns:a16="http://schemas.microsoft.com/office/drawing/2014/main" val="3545702570"/>
                    </a:ext>
                  </a:extLst>
                </a:gridCol>
                <a:gridCol w="933861">
                  <a:extLst>
                    <a:ext uri="{9D8B030D-6E8A-4147-A177-3AD203B41FA5}">
                      <a16:colId xmlns:a16="http://schemas.microsoft.com/office/drawing/2014/main" val="3871754480"/>
                    </a:ext>
                  </a:extLst>
                </a:gridCol>
                <a:gridCol w="933861">
                  <a:extLst>
                    <a:ext uri="{9D8B030D-6E8A-4147-A177-3AD203B41FA5}">
                      <a16:colId xmlns:a16="http://schemas.microsoft.com/office/drawing/2014/main" val="3866959667"/>
                    </a:ext>
                  </a:extLst>
                </a:gridCol>
                <a:gridCol w="933861">
                  <a:extLst>
                    <a:ext uri="{9D8B030D-6E8A-4147-A177-3AD203B41FA5}">
                      <a16:colId xmlns:a16="http://schemas.microsoft.com/office/drawing/2014/main" val="3252636882"/>
                    </a:ext>
                  </a:extLst>
                </a:gridCol>
              </a:tblGrid>
              <a:tr h="315795">
                <a:tc>
                  <a:txBody>
                    <a:bodyPr/>
                    <a:lstStyle/>
                    <a:p>
                      <a:endParaRPr lang="en-US" sz="800" b="1" cap="all" spc="60">
                        <a:solidFill>
                          <a:schemeClr val="tx1"/>
                        </a:solidFill>
                      </a:endParaRPr>
                    </a:p>
                  </a:txBody>
                  <a:tcPr marL="87721" marR="87721" marT="87721" marB="877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cap="all" spc="60">
                          <a:solidFill>
                            <a:schemeClr val="tx1"/>
                          </a:solidFill>
                        </a:rPr>
                        <a:t>Category 1</a:t>
                      </a:r>
                    </a:p>
                  </a:txBody>
                  <a:tcPr marL="87721" marR="87721" marT="87721" marB="8772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cap="all" spc="60">
                          <a:solidFill>
                            <a:schemeClr val="tx1"/>
                          </a:solidFill>
                        </a:rPr>
                        <a:t>Category 2</a:t>
                      </a:r>
                    </a:p>
                  </a:txBody>
                  <a:tcPr marL="87721" marR="87721" marT="87721" marB="8772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cap="all" spc="60">
                          <a:solidFill>
                            <a:schemeClr val="tx1"/>
                          </a:solidFill>
                        </a:rPr>
                        <a:t>Category 3</a:t>
                      </a:r>
                    </a:p>
                  </a:txBody>
                  <a:tcPr marL="87721" marR="87721" marT="87721" marB="8772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cap="all" spc="60">
                          <a:solidFill>
                            <a:schemeClr val="tx1"/>
                          </a:solidFill>
                        </a:rPr>
                        <a:t>Category 4</a:t>
                      </a:r>
                    </a:p>
                  </a:txBody>
                  <a:tcPr marL="87721" marR="87721" marT="87721" marB="87721" anchor="ctr">
                    <a:lnL w="12700" cmpd="sng">
                      <a:noFill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748401"/>
                  </a:ext>
                </a:extLst>
              </a:tr>
              <a:tr h="439364"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Item 1 </a:t>
                      </a:r>
                    </a:p>
                  </a:txBody>
                  <a:tcPr marL="91190" marR="91190" marT="45595" marB="584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4.5</a:t>
                      </a:r>
                    </a:p>
                  </a:txBody>
                  <a:tcPr marL="91190" marR="91190" marT="45595" marB="584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2.3</a:t>
                      </a:r>
                    </a:p>
                  </a:txBody>
                  <a:tcPr marL="91190" marR="91190" marT="45595" marB="584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1.7</a:t>
                      </a:r>
                    </a:p>
                  </a:txBody>
                  <a:tcPr marL="91190" marR="91190" marT="45595" marB="584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190" marR="91190" marT="45595" marB="584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960907"/>
                  </a:ext>
                </a:extLst>
              </a:tr>
              <a:tr h="439364"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Item 2</a:t>
                      </a:r>
                    </a:p>
                  </a:txBody>
                  <a:tcPr marL="91190" marR="91190" marT="45595" marB="584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3.2</a:t>
                      </a:r>
                    </a:p>
                  </a:txBody>
                  <a:tcPr marL="91190" marR="91190" marT="45595" marB="584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5.1</a:t>
                      </a:r>
                    </a:p>
                  </a:txBody>
                  <a:tcPr marL="91190" marR="91190" marT="45595" marB="584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4.4</a:t>
                      </a:r>
                    </a:p>
                  </a:txBody>
                  <a:tcPr marL="91190" marR="91190" marT="45595" marB="584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190" marR="91190" marT="45595" marB="584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47774"/>
                  </a:ext>
                </a:extLst>
              </a:tr>
              <a:tr h="439364"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Item 3</a:t>
                      </a:r>
                    </a:p>
                  </a:txBody>
                  <a:tcPr marL="91190" marR="91190" marT="45595" marB="584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2.1</a:t>
                      </a:r>
                    </a:p>
                  </a:txBody>
                  <a:tcPr marL="91190" marR="91190" marT="45595" marB="584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1.7</a:t>
                      </a:r>
                    </a:p>
                  </a:txBody>
                  <a:tcPr marL="91190" marR="91190" marT="45595" marB="584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2.5</a:t>
                      </a:r>
                    </a:p>
                  </a:txBody>
                  <a:tcPr marL="91190" marR="91190" marT="45595" marB="584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2.8</a:t>
                      </a:r>
                    </a:p>
                  </a:txBody>
                  <a:tcPr marL="91190" marR="91190" marT="45595" marB="584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452785"/>
                  </a:ext>
                </a:extLst>
              </a:tr>
              <a:tr h="439364">
                <a:tc>
                  <a:txBody>
                    <a:bodyPr/>
                    <a:lstStyle/>
                    <a:p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Item 4</a:t>
                      </a:r>
                    </a:p>
                  </a:txBody>
                  <a:tcPr marL="91190" marR="91190" marT="45595" marB="584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4.5</a:t>
                      </a:r>
                    </a:p>
                  </a:txBody>
                  <a:tcPr marL="91190" marR="91190" marT="45595" marB="584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2.2</a:t>
                      </a:r>
                    </a:p>
                  </a:txBody>
                  <a:tcPr marL="91190" marR="91190" marT="45595" marB="584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1.7</a:t>
                      </a:r>
                    </a:p>
                  </a:txBody>
                  <a:tcPr marL="91190" marR="91190" marT="45595" marB="584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91190" marR="91190" marT="45595" marB="584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79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9244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3" name="Rectangle 122">
            <a:extLst>
              <a:ext uri="{FF2B5EF4-FFF2-40B4-BE49-F238E27FC236}">
                <a16:creationId xmlns:a16="http://schemas.microsoft.com/office/drawing/2014/main" id="{8ECBFEF8-9038-4E5E-A5F1-E4DC23035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Text&#10;&#10;Description automatically generated with low confidence">
            <a:extLst>
              <a:ext uri="{FF2B5EF4-FFF2-40B4-BE49-F238E27FC236}">
                <a16:creationId xmlns:a16="http://schemas.microsoft.com/office/drawing/2014/main" id="{32221AE5-59A3-451C-BCD2-14D63DC37D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619" r="1" b="24055"/>
          <a:stretch/>
        </p:blipFill>
        <p:spPr>
          <a:xfrm>
            <a:off x="261682" y="233061"/>
            <a:ext cx="11668636" cy="6391879"/>
          </a:xfrm>
          <a:custGeom>
            <a:avLst/>
            <a:gdLst/>
            <a:ahLst/>
            <a:cxnLst/>
            <a:rect l="l" t="t" r="r" b="b"/>
            <a:pathLst>
              <a:path w="11668636" h="6391879">
                <a:moveTo>
                  <a:pt x="82200" y="0"/>
                </a:moveTo>
                <a:lnTo>
                  <a:pt x="11586436" y="0"/>
                </a:lnTo>
                <a:cubicBezTo>
                  <a:pt x="11631834" y="0"/>
                  <a:pt x="11668636" y="36802"/>
                  <a:pt x="11668636" y="82200"/>
                </a:cubicBezTo>
                <a:lnTo>
                  <a:pt x="11668636" y="6309679"/>
                </a:lnTo>
                <a:cubicBezTo>
                  <a:pt x="11668636" y="6355077"/>
                  <a:pt x="11631834" y="6391879"/>
                  <a:pt x="11586436" y="6391879"/>
                </a:cubicBezTo>
                <a:lnTo>
                  <a:pt x="82200" y="6391879"/>
                </a:lnTo>
                <a:cubicBezTo>
                  <a:pt x="36802" y="6391879"/>
                  <a:pt x="0" y="6355077"/>
                  <a:pt x="0" y="6309679"/>
                </a:cubicBezTo>
                <a:lnTo>
                  <a:pt x="0" y="82200"/>
                </a:lnTo>
                <a:cubicBezTo>
                  <a:pt x="0" y="36802"/>
                  <a:pt x="36802" y="0"/>
                  <a:pt x="82200" y="0"/>
                </a:cubicBezTo>
                <a:close/>
              </a:path>
            </a:pathLst>
          </a:custGeom>
        </p:spPr>
      </p:pic>
      <p:sp>
        <p:nvSpPr>
          <p:cNvPr id="125" name="Arc 124">
            <a:extLst>
              <a:ext uri="{FF2B5EF4-FFF2-40B4-BE49-F238E27FC236}">
                <a16:creationId xmlns:a16="http://schemas.microsoft.com/office/drawing/2014/main" id="{F37E8EB2-7BE0-4F3D-921C-F4E9C2C14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7715">
            <a:off x="8958979" y="368138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E77AE46B-A945-4A7E-9911-903176079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969" y="5694291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664FBD-C429-4C64-BE24-DA806F9728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9224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srgbClr val="FFFFFF"/>
                </a:solidFill>
              </a:rPr>
              <a:t>FTD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C46C52-DFAB-4F2B-AD36-D23C2D2A5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srgbClr val="FFFFFF"/>
                </a:solidFill>
              </a:rPr>
              <a:t>FREE TEST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7726E-CB03-4756-856F-4069BB337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3711" y="6356350"/>
            <a:ext cx="22601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D76B855D-E9CC-4FF8-AD85-6CDC7B89A0DE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  <a:defRPr/>
              </a:pPr>
              <a:t>15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5992597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DEF148-1770-458F-8F5B-C3D0A278AA9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Shapes presentation</Template>
  <TotalTime>579</TotalTime>
  <Words>915</Words>
  <Application>Microsoft Macintosh PowerPoint</Application>
  <PresentationFormat>Widescreen</PresentationFormat>
  <Paragraphs>134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Avenir Next LT Pro</vt:lpstr>
      <vt:lpstr>Calibri</vt:lpstr>
      <vt:lpstr>Open Sans</vt:lpstr>
      <vt:lpstr>Tw Cen MT</vt:lpstr>
      <vt:lpstr>ShapesVTI</vt:lpstr>
      <vt:lpstr>FREE TEST DATA</vt:lpstr>
      <vt:lpstr>FREE TEST DATA</vt:lpstr>
      <vt:lpstr>FREE TEST DATA</vt:lpstr>
      <vt:lpstr>FREE TEST DATA</vt:lpstr>
      <vt:lpstr>PowerPoint Presentation</vt:lpstr>
      <vt:lpstr>Table</vt:lpstr>
      <vt:lpstr>FREE TEST DATA</vt:lpstr>
      <vt:lpstr>FREE TEST DATA</vt:lpstr>
      <vt:lpstr>FREE TEST DATA</vt:lpstr>
      <vt:lpstr>FREE TEST DATA</vt:lpstr>
      <vt:lpstr>Table</vt:lpstr>
      <vt:lpstr>PowerPoint Presentation</vt:lpstr>
      <vt:lpstr>PowerPoint Presentation</vt:lpstr>
      <vt:lpstr>Table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 TEST DATA</dc:title>
  <dc:creator>Hafiz Muhammad  Ahmad -0044</dc:creator>
  <cp:lastModifiedBy>Trevor Sawler</cp:lastModifiedBy>
  <cp:revision>65</cp:revision>
  <dcterms:created xsi:type="dcterms:W3CDTF">2021-05-11T14:32:44Z</dcterms:created>
  <dcterms:modified xsi:type="dcterms:W3CDTF">2025-11-29T15:00:12Z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